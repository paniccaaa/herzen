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САМОПРЕЗЕНТАЦИЯ ·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2E8F0"/>
                </a:solidFill>
              </a:rPr>
              <a:t>Адаменко Семён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Golang Backend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6796" y="3474720"/>
            <a:ext cx="2011680" cy="347472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6796" y="3493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3+ года опыта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1356" y="3474720"/>
            <a:ext cx="2011680" cy="347472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1356" y="3493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Санкт-Петербург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3474720"/>
            <a:ext cx="2011680" cy="347472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3493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Remote-friendly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0476" y="3474720"/>
            <a:ext cx="2011680" cy="347472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6" y="3493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English B2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semaadamenko13@gmail.com   ·   +7 (964) 391-75-35   ·   t.me/semaadamenko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</a:rPr>
              <a:t>Обо мне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1945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Кто 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Backend-разработчик с опытом в высоконагруженных системах.
Специализируюсь на Go-сервисах, событийной архитектуре
и микросервисах. Учусь на 4 курсе РГПУ им. Герцена.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21945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Профессиональная 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Развиваться как fullstack-разработчик и техлид
в продуктовой IT-компании. Интересны задачи:
производительность, архитектура, менторство.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303520" cy="21945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Ключевые навыки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Golang — основной язык (3+ лет)
→ Distributed systems, Kafka, gRPC
→ PostgreSQL, Redis, ClickHouse
→ Docker, Kubernetes, CI/CD
→ Prometheus, Grafana, ELK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5303520" cy="21945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Soft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Менторство и онбординг
→ Code review
→ Командная разработка
→ Техническое интервью
→ Самообучение и инициатива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</a:rPr>
              <a:t>Опыт работы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73152" cy="5120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ГрузовичкоФ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Golang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Июнь 2023 — Февраль 2025 · 1 г. 9 мес.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Сервис управления заказами: тарифный расчёт, учёт грузов, биллинг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Кэширование геолокации транспорта (Redis) — повторное использование маршрутов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API Gateway с OTP-авторизацией через SMS-коды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Событийная архитектура на Kafka — обработка пиковых нагрузок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CI/CD в GitLab: линтеры, автотесты, сокращение времени релизов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Менторство: код-ревью, собеседования, онбординг новых разработчиков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709160"/>
            <a:ext cx="4114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365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09160"/>
            <a:ext cx="10058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7365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PostgreSQL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709160"/>
            <a:ext cx="59436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736592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Kafka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4709160"/>
            <a:ext cx="5486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47365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Redis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4709160"/>
            <a:ext cx="5029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736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gRPC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709160"/>
            <a:ext cx="7772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736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Protobuf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4709160"/>
            <a:ext cx="6400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47365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Docker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709160"/>
            <a:ext cx="4114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7365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k8s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709160"/>
            <a:ext cx="10972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36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GitLab CI/CD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709160"/>
            <a:ext cx="9601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7365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Prometheus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4709160"/>
            <a:ext cx="7315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47365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Grafana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55480" y="4709160"/>
            <a:ext cx="10058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47365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ClickHouse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</a:rPr>
              <a:t>Опыт работы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512064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73152" cy="5120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Grow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Golang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Декабрь 2021 — Май 2023 · 1 г. 6 мес.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Сервис рационов питания: категории, аллергены, спецпредложения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Управление заказами: связь с учётом склада, проверка ингредиентов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Автоматическое формирование меню по наличию ингредиентов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Docker + Kubernetes (Helm) — горизонтальное масштабирование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Prometheus + Grafana + ELK — мониторинг и диагностика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Интеграционные тесты, код-ревью, менторство коллег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709160"/>
            <a:ext cx="4114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365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09160"/>
            <a:ext cx="10058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7365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PostgreSQL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709160"/>
            <a:ext cx="5029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736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4709160"/>
            <a:ext cx="6400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47365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Docker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4709160"/>
            <a:ext cx="4114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7365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k8s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09160"/>
            <a:ext cx="54864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7365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Redis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4709160"/>
            <a:ext cx="9601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7365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Prometheus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709160"/>
            <a:ext cx="73152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7365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Grafana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4709160"/>
            <a:ext cx="411480" cy="292608"/>
          </a:xfrm>
          <a:prstGeom prst="rect">
            <a:avLst/>
          </a:prstGeom>
          <a:solidFill>
            <a:srgbClr val="0D2D2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365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</a:rPr>
              <a:t>ELK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</a:rPr>
              <a:t>Технический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Языки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Go · Python · SQL · Bash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PostgreSQL · MySQL · MongoDB · Redis · ClickHouse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09728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Очереди и стриминг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Apache Kafka · RabbitMQ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Протоколы и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REST · gRPC · Protobuf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10896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Инфраструктура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Docker · Kubernetes · Helm · GitLab CI/CD · Linux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108960"/>
            <a:ext cx="3474720" cy="173736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Мониторинг и тесты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11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Prometheus · Grafana · ELK · Testify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</a:rPr>
              <a:t>Портфолио и достижения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30352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Сервис заказов · ГрузовичкоФ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Полный цикл: тарифный расчёт, учёт по типу/весу груза,
интеграция с биллингом. Событийная обработка через Kafka.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gruzovichkof.ru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530352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Сервис рационов питания · Grow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Система категорий (диеты, аллергены), автогенерация меню,
горизонтальное масштабирование в k8s.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growfood.pro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30352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API Gateway с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Защита критических эндпоинтов через SMS-авторизацию.
Гарантия доставки OTP-кодов, логирование попыток.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github.com/paniccaaa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30352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CI/CD · GitLab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Пайплайны с линтерами (golangci-lint), юнит- и
интеграционными тестами, автодеплоем.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github.com/paniccaaa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</a:rPr>
              <a:t>Личные качества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850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476756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Аналит. мышление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097280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830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691640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6352" y="1691640"/>
            <a:ext cx="1442008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Обучаемость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5464" y="1097280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800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691640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691640"/>
            <a:ext cx="1389888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Упорство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1736" y="1097280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1736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780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1691640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68896" y="1691640"/>
            <a:ext cx="13551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Алгоритм. подход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097280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720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1691640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45168" y="1691640"/>
            <a:ext cx="125089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1874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Ответственность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07792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700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02152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502152"/>
            <a:ext cx="12161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Решение задач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9192" y="2907792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192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16352" y="3502152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16352" y="3502152"/>
            <a:ext cx="1042416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9192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Концентрация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55464" y="2907792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520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92624" y="3502152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3502152"/>
            <a:ext cx="903427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55464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Коммуникаб-сть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31736" y="2907792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1736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470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3502152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68896" y="3502152"/>
            <a:ext cx="81655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31736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Инициативность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08008" y="2907792"/>
            <a:ext cx="2011680" cy="1645920"/>
          </a:xfrm>
          <a:prstGeom prst="rect">
            <a:avLst/>
          </a:prstGeom>
          <a:solidFill>
            <a:srgbClr val="1E293B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08008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420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45168" y="3502152"/>
            <a:ext cx="173736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45168" y="3502152"/>
            <a:ext cx="729691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8008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Работа в команде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Шкала: 0–1000 гр. по методике самооценки профессиональных качеств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ГОТОВ К РАБОТЕ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2E8F0"/>
                </a:solidFill>
              </a:rPr>
              <a:t>Возьмите меня в команду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3+ года коммерческого опыта в highload Go-разработке.
Строил и поддерживал распределённые сервисы в двух продуктовых компаниях.
Готов развиваться и делиться опытом в сильной команде.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</a:rPr>
              <a:t>semaadamenko13@gmail.com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</a:rPr>
              <a:t>t.me/semaadamenko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</a:rPr>
              <a:t>github.com/paniccaaa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